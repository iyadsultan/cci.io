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03520"/>
            <a:ext cx="12191695" cy="182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· SESSION 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Web Page to 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Clinical App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foundations and Django, shipped on Render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Iyad Sultan, MD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Director, AI Office · King Hussein Cancer Center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climb: text file → app on the internet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foundations (Lessons 1–4)</a:t>
            </a:r>
            <a:endParaRPr lang="en-US" sz="1600" dirty="0"/>
          </a:p>
          <a:p>
            <a:pPr marL="381000" indent="-381000">
              <a:lnSpc>
                <a:spcPts val="30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→ JavaScript &amp; frontend frameworks → the full stack → the smallest Django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ER-triage app (Lessons 5–7)</a:t>
            </a:r>
            <a:endParaRPr lang="en-US" sz="1600" dirty="0"/>
          </a:p>
          <a:p>
            <a:pPr marL="381000" indent="-381000">
              <a:lnSpc>
                <a:spcPts val="30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 the ready-made app → extend it with a new Django app → deploy it on Render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(Lesson 8)</a:t>
            </a:r>
            <a:endParaRPr lang="en-US" sz="1600" dirty="0"/>
          </a:p>
          <a:p>
            <a:pPr marL="381000" indent="-381000">
              <a:lnSpc>
                <a:spcPts val="30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+ what to build next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rung is the smallest thing that makes the next rung make sense.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1 · LESSONS 1–4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HTML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web page?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 page is a text file the browser knows how to draw. Nothing more.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marks up content with tags: &lt;h1&gt;, &lt;p&gt;, &lt;ul&gt;/&lt;li&gt;, &lt;a&gt;, &lt;button&gt;.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is always: open, content, close.  &lt;h1&gt;Triage&lt;/h1&gt;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 configure a tag: &lt;a href="https://khcc.jo"&gt;KHCC&lt;/a&gt;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page shares one skeleton: &lt;head&gt; (title, styling) + &lt;body&gt; (what you see).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10972800" cy="2011680"/>
          </a:xfrm>
          <a:prstGeom prst="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639312"/>
            <a:ext cx="1069848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&lt;head&gt;&lt;title&gt;Patient Intake&lt;/title&gt;&lt;/head&gt;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&lt;h1&gt;Hello, KHCC&lt;/h1&gt;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&lt;p&gt;My first web page.&lt;/p&gt;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intake.html, double-click — no server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10972800" cy="731520"/>
          </a:xfrm>
          <a:prstGeom prst="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74243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= structure. CSS = appearance. A form that 'does nothing' on click is where HTML ends.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JS &amp; FRONTENDS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move — JavaScript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names things; JavaScript gives them verbs — it runs in every browser.</a:t>
            </a:r>
            <a:endParaRPr lang="en-US" sz="1600" dirty="0"/>
          </a:p>
          <a:p>
            <a:pPr marL="381000" indent="-381000">
              <a:lnSpc>
                <a:spcPts val="24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event (click) triggers a function; the function reads a value and writes back.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0972800" cy="1554480"/>
          </a:xfrm>
          <a:prstGeom prst="rect">
            <a:avLst>
              <a:gd name="adj" fmla="val 2941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24912"/>
            <a:ext cx="106984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checkTemp()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 = parseFloat(document.getElementById('temp').value);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document.getElementById('out').textContent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&gt;= 38 ? '⚠️ Febrile — escalate if on chemo.' : 'Afebrile.';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 input, decides, updates the page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10972800" cy="731520"/>
          </a:xfrm>
          <a:prstGeom prst="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74243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runs in the browser, on the user's machine — fine as a warning, NEVER the official clinical decision. Trusted logic lives on the backend.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JS &amp; FRONTENDS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framework landscape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exist to manage scale — keeping a busy screen and its data in sync.</a:t>
            </a:r>
            <a:endParaRPr lang="en-US" sz="1600" dirty="0"/>
          </a:p>
          <a:p>
            <a:pPr marL="381000" indent="-381000">
              <a:lnSpc>
                <a:spcPts val="28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(Meta) — dominant; reusable components. The course's .jsx files are React.</a:t>
            </a:r>
            <a:endParaRPr lang="en-US" sz="1600" dirty="0"/>
          </a:p>
          <a:p>
            <a:pPr marL="381000" indent="-381000">
              <a:lnSpc>
                <a:spcPts val="28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— gentler. Angular (Google) — big, opinionated. Svelte — work done at build time.</a:t>
            </a:r>
            <a:endParaRPr lang="en-US" sz="1600" dirty="0"/>
          </a:p>
          <a:p>
            <a:pPr marL="381000" indent="-381000">
              <a:lnSpc>
                <a:spcPts val="28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share ONE idea: describe the UI for given data; the framework keeps them synced.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deliberately use NO framework: the triage app is a form + a queue, server-rendered by Django with a little plain JS. Reach for a framework only when the screen's complexity earns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FULL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 &amp; the request/response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= browser (display &amp; interaction). Backend = server (data &amp; trusted logic).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00" cy="2011680"/>
          </a:xfrm>
          <a:prstGeom prst="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1069848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BROWSER (frontend)        SERVER (backend)           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triage form  ── request ─► 1. validate the 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'a patient'   2. compute acuity  ── save ─► Patient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3. ask the LLM              TriageEvent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confirmation ◄─ response ─ 4. save the row   ◄─ read 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'acuity 1'    5. render the reply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on every site is some version of this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10972800" cy="822960"/>
          </a:xfrm>
          <a:prstGeom prst="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742432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DJANGO'S PLACE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is the backend done in Python — the ASP/PHP lineage: receive the request, run code, read/write the DB, render the HTML page back (server-side rendering).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FULL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expensive clinical mistakes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Trusting the browser</a:t>
            </a:r>
            <a:endParaRPr lang="en-US" sz="1600" dirty="0"/>
          </a:p>
          <a:p>
            <a:pPr marL="381000" indent="-381000">
              <a:lnSpc>
                <a:spcPts val="30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or a rule that runs only in JavaScript can be bypassed. Anything that must be true is enforced on the backend. The frontend version is a courtesy; the backend version is the law.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Leaking a secret</a:t>
            </a:r>
            <a:endParaRPr lang="en-US" sz="1600" dirty="0"/>
          </a:p>
          <a:p>
            <a:pPr marL="381000" indent="-381000">
              <a:lnSpc>
                <a:spcPts val="30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sent to the browser can be read by anyone. API keys, DB passwords, another patient's PHI — they stay on the backend, always.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↔ display &amp; interaction.   Backend ↔ data, trusted logic, secrets.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DJANGO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Django that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= the whole site.  App = one feature.  One project, many apps.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72800" cy="1463040"/>
          </a:xfrm>
          <a:prstGeom prst="rect">
            <a:avLst>
              <a:gd name="adj" fmla="val 3125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76272"/>
            <a:ext cx="106984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django-admin startproject mysite .   # the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startapp pages      # an APP (one feature)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migrate             # set up the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runserver           # serve at 127.0.0.1:8000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manage.py is the control panel for every command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to serve a page:  (1) register the app in INSTALLED_APPS → (2) write a view → (3) connect a URL.  Rhythm: URL → view → response.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972800" cy="868680"/>
          </a:xfrm>
          <a:prstGeom prst="rect">
            <a:avLst>
              <a:gd name="adj" fmla="val 4211"/>
            </a:avLst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919472"/>
            <a:ext cx="10607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render(request, 'pages/home.html', {'name': 'KHCC'}) — Python decides the data, bakes it into {{ slots }}, sends finished HTML. Templates live in app/templates/app/.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2 · LESSONS 5–7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ER-Triage App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· READ A CODEBASE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ER-triage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codebase = find your way around, not understand every line.</a:t>
            </a:r>
            <a:endParaRPr lang="en-US" sz="1600" dirty="0"/>
          </a:p>
          <a:p>
            <a:pPr marL="381000" indent="-381000">
              <a:lnSpc>
                <a:spcPts val="25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 install -r requirements.txt → migrate → seed_demo → runserver.</a:t>
            </a:r>
            <a:endParaRPr lang="en-US" sz="1600" dirty="0"/>
          </a:p>
          <a:p>
            <a:pPr marL="381000" indent="-381000">
              <a:lnSpc>
                <a:spcPts val="25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 form (/triage/new) · doctor queue (/) · detail (/triage/&lt;id&gt;).</a:t>
            </a:r>
            <a:endParaRPr lang="en-US" sz="1600" dirty="0"/>
          </a:p>
          <a:p>
            <a:pPr marL="381000" indent="-381000">
              <a:lnSpc>
                <a:spcPts val="25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with no OpenAI key — the LLM extractor degrades gracefully (status 'failed').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services/ split is the key design idea:</a:t>
            </a:r>
            <a:endParaRPr lang="en-US" sz="1600" dirty="0"/>
          </a:p>
          <a:p>
            <a:pPr marL="381000" indent="-381000">
              <a:lnSpc>
                <a:spcPts val="25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acuity.py — pure Python, deterministic, testable. The LLM NEVER computes acuity.</a:t>
            </a:r>
            <a:endParaRPr lang="en-US" sz="1600" dirty="0"/>
          </a:p>
          <a:p>
            <a:pPr marL="381000" indent="-381000">
              <a:lnSpc>
                <a:spcPts val="25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oncologic_emergency.py — LLM on a CLOSED SET of 4 labels; returns 'failed' on any error.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PHI: MRN Optimus-encoded, name Fernet-encrypted (crypto.py). Never in the clear.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· READ A CODEBASE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click — five files, one request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10972800" cy="2194560"/>
          </a:xfrm>
          <a:prstGeom prst="rect">
            <a:avLst>
              <a:gd name="adj" fmla="val 2083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1069848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opens the queue → browser requests '/'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er_triage/urls.py     include('triage.urls')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triage/urls.py        ''  →  doctor_queue_view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triage/views.py       reads TriageEvent rows, ordered by acuity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doctor_queue.html     {% for event in events %} draws one row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finished HTML back to the browser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what the user does; let the request be your guide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10972800" cy="822960"/>
          </a:xfrm>
          <a:prstGeom prst="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70832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only the files the view actually uses. Everything you don't need for THIS change, you're allowed to ignore.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· THE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 — add your own Django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realistic task: add a feature to a working app. We add a dashboard.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72800" cy="1828800"/>
          </a:xfrm>
          <a:prstGeom prst="rect">
            <a:avLst>
              <a:gd name="adj" fmla="val 2500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76272"/>
            <a:ext cx="1069848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python manage.py startapp dashboard      # create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add 'dashboard' to INSTALLED_APPS        # ← the forgotten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dashboard/views.py    from triage.models import TriageEvent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dashboard/templates/dashboard/dashboard.html   {% extends 'triage/base.html' %}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wire the URL   app urls.py + include() in the project urls.py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loop for adding ANY 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972800" cy="822960"/>
          </a:xfrm>
          <a:prstGeom prst="rect">
            <a:avLst>
              <a:gd name="adj" fmla="val 4444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79392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does nothing? (1) you forgot INSTALLED_APPS, or (2) the template isn't at app/templates/app/file.html. Both are one-line fixes.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· DEPLOY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— GitHub → Render → live URL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= move the backend onto an always-on, internet-reachable computer.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request/response loop is unchanged — only the address: localhost → onrender.com.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 (packages) · build.sh (pip install → collectstatic → migrate)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gunicorn replaces runserver · whitenoise serves static files · render.yaml = blueprint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Production: DEBUG=False · ALLOWED_HOSTS (Render host auto-added) · SECRET_KEY generated</a:t>
            </a:r>
            <a:endParaRPr lang="en-US" sz="1600" dirty="0"/>
          </a:p>
          <a:p>
            <a:pPr marL="381000" indent="-381000">
              <a:lnSpc>
                <a:spcPts val="26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push → Render auto-redeploys. The first deploy often fails; the log tells you why.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972800" cy="868680"/>
          </a:xfrm>
          <a:prstGeom prst="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02352"/>
            <a:ext cx="10607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excludes .env, db.sqlite3, .venv. A committed key is leaked even if you delete it — it stays in git history. Set OPENAI_API_KEY / FERNET_KEY in the dashboard.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3 · LESSON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What's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·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stack on one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10972800" cy="1828800"/>
          </a:xfrm>
          <a:prstGeom prst="rect">
            <a:avLst>
              <a:gd name="adj" fmla="val 2500"/>
            </a:avLst>
          </a:prstGeom>
          <a:solidFill>
            <a:srgbClr val="0F172A"/>
          </a:solidFill>
          <a:ln w="6350">
            <a:solidFill>
              <a:srgbClr val="0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1069848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 (browser)      BACKEND (server)        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HTML  = structure       Python + Django          rows &amp; tables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   = appearance      URL → view → template    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    = behavior        models · forms · services  TriageEvent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 = (frameworks)    deterministic logic + secrets live here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rule: display→frontend; data, trusted logic, secrets→backend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any feature:  startapp → INSTALLED_APPS → view → template → url.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universal failures: feature does nothing = INSTALLED_APPS / template path; breaks on Render = DEBUG / ALLOWED_HOSTS / missing package / secret not set.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·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7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Harden this app</a:t>
            </a:r>
            <a:endParaRPr lang="en-US" sz="1600" dirty="0"/>
          </a:p>
          <a:p>
            <a:pPr marL="381000" indent="-381000">
              <a:lnSpc>
                <a:spcPts val="27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login it deliberately lacks; add 'recall last triage'; move to Render Postgres.</a:t>
            </a:r>
            <a:endParaRPr lang="en-US" sz="1600" dirty="0"/>
          </a:p>
          <a:p>
            <a:pPr marL="342900" indent="-342900">
              <a:lnSpc>
                <a:spcPts val="27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Build your own</a:t>
            </a:r>
            <a:endParaRPr lang="en-US" sz="1600" dirty="0"/>
          </a:p>
          <a:p>
            <a:pPr marL="381000" indent="-381000">
              <a:lnSpc>
                <a:spcPts val="27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 your unit actually needs — handoff board, protocol lookup, intake form. Small and shipped beats large and theoretical.</a:t>
            </a:r>
            <a:endParaRPr lang="en-US" sz="1600" dirty="0"/>
          </a:p>
          <a:p>
            <a:pPr marL="342900" indent="-342900">
              <a:lnSpc>
                <a:spcPts val="27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Connect the chain</a:t>
            </a:r>
            <a:endParaRPr lang="en-US" sz="1600" dirty="0"/>
          </a:p>
          <a:p>
            <a:pPr marL="381000" indent="-381000">
              <a:lnSpc>
                <a:spcPts val="2700"/>
              </a:lnSpc>
              <a:spcAft>
                <a:spcPts val="400"/>
              </a:spcAft>
              <a:buSzPct val="100000"/>
              <a:buChar char="◦"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Claude Code's agents (Session 10) to build the next feature through the pipeline, then deploy it with what you learned today.</a:t>
            </a:r>
            <a:endParaRPr lang="en-US" sz="1600" dirty="0"/>
          </a:p>
          <a:p>
            <a:pPr marL="342900" indent="-342900">
              <a:lnSpc>
                <a:spcPts val="2700"/>
              </a:lnSpc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S10 built software · S11 shipped it · S12 makes it safe (PHI, audit, governance).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Session 11 · Iyad Sultan, MD · AI Office, KHCC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6019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crossed the whole stack.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text file your browser draws — to an app the world can open.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 →  the stack  →  Django  →  extend it  →  git push  →  live URL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build something your unit needs.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· Session 11 · Iyad Sultan, MD · AI Office, KHCC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CCI Session 11 — From a Web Page to a Deployed Clinical App</dc:title>
  <dc:subject>PptxGenJS Presentation</dc:subject>
  <dc:creator>Iyad Sultan, MD — AI Office, KHCC</dc:creator>
  <cp:lastModifiedBy>Iyad Sultan, MD — AI Office, KHCC</cp:lastModifiedBy>
  <cp:revision>1</cp:revision>
  <dcterms:created xsi:type="dcterms:W3CDTF">2026-06-11T21:46:01Z</dcterms:created>
  <dcterms:modified xsi:type="dcterms:W3CDTF">2026-06-11T21:46:01Z</dcterms:modified>
</cp:coreProperties>
</file>